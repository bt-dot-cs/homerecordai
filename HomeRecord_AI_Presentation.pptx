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HomeRecord AI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Home Data → Actionable Intelligence for Every Stakeholder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611880"/>
            <a:ext cx="41148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MUSA Hackathon  ·  2025  ·  Track B: Local Build / Azure Deployment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ENTERPRISE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926080" cy="2011680"/>
          </a:xfrm>
          <a:prstGeom prst="rect">
            <a:avLst/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$1T+</a:t>
            </a:r>
            <a:endParaRPr lang="en-US" sz="4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deferred home</a:t>
            </a:r>
            <a:endParaRPr lang="en-US" sz="4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annually</a:t>
            </a:r>
            <a:endParaRPr lang="en-US" sz="4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U.S. households</a:t>
            </a:r>
            <a:endParaRPr lang="en-US" sz="4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06240" y="10972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manage receipts, warranties, permits &amp; inspection reports across dozens of unconnected documents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749040" y="1847088"/>
            <a:ext cx="5120640" cy="18288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1031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06240" y="2057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Appraisers, insurers, buyers &amp; contractors each need radically different views of the same data — none exist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749040" y="2807208"/>
            <a:ext cx="5120640" cy="18288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30632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06240" y="30175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maintenance causes cascading liability for insurers, inaccurate valuations for appraisers, and surprises for buyers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space: Real estate · Insurance · Mortgage · PropTech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AGENT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474720" cy="3108960"/>
          </a:xfrm>
          <a:prstGeom prst="rect">
            <a:avLst/>
          </a:prstGeom>
          <a:solidFill>
            <a:srgbClr val="1E2D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97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1: INGESTION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LangGraph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965960"/>
            <a:ext cx="73152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938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unstructured documents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(inspections, invoices, permits,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warranties)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468880"/>
            <a:ext cx="73152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4414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&amp; normalizes fields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structured home record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2971800"/>
            <a:ext cx="73152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944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PII-adjacent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structuring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3474720"/>
            <a:ext cx="73152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4472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home_record.json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886200" y="2423160"/>
            <a:ext cx="54864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4"/>
          <p:cNvSpPr/>
          <p:nvPr/>
        </p:nvSpPr>
        <p:spPr>
          <a:xfrm>
            <a:off x="3858768" y="2240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85042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840480" y="28346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FastAPI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bridge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0" y="1005840"/>
            <a:ext cx="4114800" cy="310896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4300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49240" y="1097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2: REPORTING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66344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Mastra · Router Orchestrator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09160" y="1965960"/>
            <a:ext cx="3840480" cy="411480"/>
          </a:xfrm>
          <a:prstGeom prst="rect">
            <a:avLst/>
          </a:prstGeom>
          <a:solidFill>
            <a:srgbClr val="1E2D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4800600" y="1993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Appraiser Report —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data, condition ratings, permit status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709160" y="2468880"/>
            <a:ext cx="3840480" cy="411480"/>
          </a:xfrm>
          <a:prstGeom prst="rect">
            <a:avLst/>
          </a:prstGeom>
          <a:solidFill>
            <a:srgbClr val="1E2D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800600" y="2496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Inspector —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flags, hazard summary, remediation status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709160" y="2971800"/>
            <a:ext cx="3840480" cy="411480"/>
          </a:xfrm>
          <a:prstGeom prst="rect">
            <a:avLst/>
          </a:prstGeom>
          <a:solidFill>
            <a:srgbClr val="1E2D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4800600" y="2999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Buyer —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summary, cost estimates, red flags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709160" y="3474720"/>
            <a:ext cx="3840480" cy="411480"/>
          </a:xfrm>
          <a:prstGeom prst="rect">
            <a:avLst/>
          </a:prstGeom>
          <a:solidFill>
            <a:srgbClr val="1E2D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4800600" y="3502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—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Trade-organized work order, sequencing dependencies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audience receives only the fields appropriate for their role — enforced by schema exclusion rules.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 — EMBEDDED, NOT AFTERTHOUGHT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109728"/>
          </a:xfrm>
          <a:prstGeom prst="rect">
            <a:avLst/>
          </a:prstGeom>
          <a:solidFill>
            <a:srgbClr val="1E2D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1887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PII Detection Layer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4231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structuring, a dedicated scan flags Personally Identifiable Information — SSNs, policy numbers, payment references, check numbers. Owner reviews flagged documents before any output is generated.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114800"/>
            <a:ext cx="2103120" cy="292608"/>
          </a:xfrm>
          <a:prstGeom prst="roundRect">
            <a:avLst>
              <a:gd name="adj" fmla="val 15625"/>
            </a:avLst>
          </a:prstGeom>
          <a:solidFill>
            <a:srgbClr val="1E2D5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123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 (DLP)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05840"/>
            <a:ext cx="2651760" cy="109728"/>
          </a:xfrm>
          <a:prstGeom prst="rect">
            <a:avLst/>
          </a:prstGeom>
          <a:solidFill>
            <a:srgbClr val="1E2D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18872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Guardrails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24231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exclusion rules enforce data minimization per audience. Contractors never see insurance premiums. Buyers never see owner name or policy numbers. Appraisers never see payment history.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474720" y="4114800"/>
            <a:ext cx="2103120" cy="292608"/>
          </a:xfrm>
          <a:prstGeom prst="roundRect">
            <a:avLst>
              <a:gd name="adj" fmla="val 15625"/>
            </a:avLst>
          </a:prstGeom>
          <a:solidFill>
            <a:srgbClr val="1E2D5A"/>
          </a:solidFill>
          <a:ln/>
        </p:spPr>
      </p:sp>
      <p:sp>
        <p:nvSpPr>
          <p:cNvPr id="17" name="Text 13"/>
          <p:cNvSpPr/>
          <p:nvPr/>
        </p:nvSpPr>
        <p:spPr>
          <a:xfrm>
            <a:off x="3474720" y="4123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Data Access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03504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1005840"/>
            <a:ext cx="2651760" cy="109728"/>
          </a:xfrm>
          <a:prstGeom prst="rect">
            <a:avLst/>
          </a:prstGeom>
          <a:solidFill>
            <a:srgbClr val="1E2D5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18872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 Checkpoint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72200" y="24231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explicitly approves what data is shared with which audience before any report is distributed. No automated exfiltration. Full auditability of what was shared, when, and to whom.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309360" y="4114800"/>
            <a:ext cx="2103120" cy="292608"/>
          </a:xfrm>
          <a:prstGeom prst="roundRect">
            <a:avLst>
              <a:gd name="adj" fmla="val 15625"/>
            </a:avLst>
          </a:prstGeom>
          <a:solidFill>
            <a:srgbClr val="1E2D5A"/>
          </a:solidFill>
          <a:ln/>
        </p:spPr>
      </p:sp>
      <p:sp>
        <p:nvSpPr>
          <p:cNvPr id="24" name="Text 19"/>
          <p:cNvSpPr/>
          <p:nvPr/>
        </p:nvSpPr>
        <p:spPr>
          <a:xfrm>
            <a:off x="6309360" y="4123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 + Audit Trail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"Lethal Trifecta" (internet + private data + execution) is mitigated by local processing, owner-controlled distribution, and explicit data minimization.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1E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SERVICES LEVERAGED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97280"/>
            <a:ext cx="8412480" cy="77724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97280"/>
            <a:ext cx="1188720" cy="77724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1887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Layers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691640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OpenAI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91640" y="14813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reasoning for both ingestion and reporting layers. Powers LangGraph nodes and Mastra agents.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2011680"/>
            <a:ext cx="8412480" cy="77724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011680"/>
            <a:ext cx="1188720" cy="7772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21031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69164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Document Intelligence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691640" y="23957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document parsing — converts PDFs, images, and scanned docs into machine-readable text before agent processing.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2926080"/>
            <a:ext cx="8412480" cy="77724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926080"/>
            <a:ext cx="1188720" cy="77724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30175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691640" y="2999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Blob Storage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691640" y="33101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data lake. Secure, scalable storage for raw documents, structured home records, and generated reports.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5760" y="3840480"/>
            <a:ext cx="8412480" cy="777240"/>
          </a:xfrm>
          <a:prstGeom prst="rect">
            <a:avLst/>
          </a:prstGeom>
          <a:solidFill>
            <a:srgbClr val="141E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3840480"/>
            <a:ext cx="118872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" y="3931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691640" y="3913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AI Content Safety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691640" y="42245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and content moderation layer — flags sensitive information before structuring and enforces DLP guardrails.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deploy on Azure · Demonstrated locally due to environment constraints · Architecture fully portable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IMPACT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108960"/>
          </a:xfrm>
          <a:prstGeom prst="rect">
            <a:avLst/>
          </a:prstGeom>
          <a:solidFill>
            <a:srgbClr val="1E2D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1430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Insurance Carriers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3317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claims risk through better property intelligence. Automate underwriting intake. Flag high-risk properties before policy issuance.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3703320"/>
            <a:ext cx="2651760" cy="411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3721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 + Underwriting Efficiency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0" y="1005840"/>
            <a:ext cx="2651760" cy="3108960"/>
          </a:xfrm>
          <a:prstGeom prst="rect">
            <a:avLst/>
          </a:prstGeom>
          <a:solidFill>
            <a:srgbClr val="1E2D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1430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Estate Platforms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23317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Zillow, Opendoor, Redfin can offer homeowners a structured property record as a premium feature, driving listing quality and transaction confidence.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0" y="3703320"/>
            <a:ext cx="2651760" cy="411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1"/>
          <p:cNvSpPr/>
          <p:nvPr/>
        </p:nvSpPr>
        <p:spPr>
          <a:xfrm>
            <a:off x="3246120" y="3721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 + Platform Stickiness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35040" y="1005840"/>
            <a:ext cx="2651760" cy="3108960"/>
          </a:xfrm>
          <a:prstGeom prst="rect">
            <a:avLst/>
          </a:prstGeom>
          <a:solidFill>
            <a:srgbClr val="1E2D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14300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Mortgage Lenders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72200" y="23317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property condition data accelerates appraisal review, reduces manual document handling, and improves collateral risk assessment.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035040" y="3703320"/>
            <a:ext cx="2651760" cy="411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6"/>
          <p:cNvSpPr/>
          <p:nvPr/>
        </p:nvSpPr>
        <p:spPr>
          <a:xfrm>
            <a:off x="6080760" y="3721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 + Risk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4251960"/>
            <a:ext cx="8412480" cy="182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3" name="Text 18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HomeRecord AI turns every homeowner's document drawer into a structured asset — monetizable, shareable, and secure.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HomeRecord AI — MUSA Hackathon</dc:title>
  <dc:subject>PptxGenJS Presentation</dc:subject>
  <dc:creator>PptxGenJS</dc:creator>
  <cp:lastModifiedBy>PptxGenJS</cp:lastModifiedBy>
  <cp:revision>1</cp:revision>
  <dcterms:created xsi:type="dcterms:W3CDTF">2026-02-28T00:20:41Z</dcterms:created>
  <dcterms:modified xsi:type="dcterms:W3CDTF">2026-02-28T00:20:41Z</dcterms:modified>
</cp:coreProperties>
</file>